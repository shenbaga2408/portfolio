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54FB-5FC8-9067-C26B-D931E0BCE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CD36A-E4BD-F0CF-AF87-98DA1CFEB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2ECFB-2A4A-68D1-70F6-D241A9780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1447-723C-D23B-BC3F-F8246E57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91E99-007C-FB47-02D2-D7A84676A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74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650B-1D08-3B22-FCB0-58E2DED2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ED85C-E086-CBEA-2A52-088B64A52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ABE02-220D-F3E3-5D8A-4B1A10D81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B91E8-44F3-D13D-7678-A600C7AD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7104C-C02C-A8A5-1EE7-373746FD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92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2763-658B-0ACB-3DBA-2CC6F9388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3114E-313C-414B-3133-0B862EB15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865-7561-A2A7-FA4E-D69DBDC2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25C55-80C2-873C-FCD6-EFA9A266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C25E5-5995-0D50-D194-09A97032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256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DF02-6342-EABF-E5A6-280FBB8B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50BFB-BA7E-A2CD-1972-CF4C13AEDD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B93DD-F05E-E677-26FB-4253869CF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E125D-F30E-0D8F-7D66-0825F951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33432-F2F6-298E-798B-2ADF2E5E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E9B9C-855B-142E-FB02-280A9F4D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20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7006-4BDE-EECE-221A-D49B9DBE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6C94D-51C6-BE70-1353-B9591E8F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712D6-EA70-22AC-F7F4-2318F0A7A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3BE87-421F-424C-83E1-9694359BA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BE342-0F81-F421-B5AB-0902013E88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3F95AE-3C2B-18B8-70B2-BDD22D657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33FD9-4301-0B1A-3793-AC24CD53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B1FBF-1E70-C344-011E-A6A0BAA3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50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3CDAB-035E-FDCF-7BF9-CA1ECB40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3C3D6-3A1E-9B8B-1E28-4CC35125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6BF6D-3FA6-F92B-C1A9-80535675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409CB-4755-6B4D-F8C0-C27A187F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42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902AFF-950A-8F09-91CE-940A13BC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85F4D-BA0E-5F59-AB35-05D0EDB4D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D2E8E-4125-9EBD-41E7-7C6C137CB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63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7654-D004-4A2A-E641-A905C9E97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6ED03-F029-4413-9566-37952C45E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0230A-2925-EDB7-2DC1-670EA885E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E69E7-69CC-2384-0298-A5067A9E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7DEB6-4ED6-0958-500A-66F361D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4980B-9F16-1450-E834-60206DBF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5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435F-9996-333A-B9A2-5ECF317DF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81C373-8208-3F75-720D-7D4A97B627D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8A9BE-2557-2E2F-81A3-08BE9F34E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D8682-BFFD-FC6E-6BB3-89A0CD2D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EDDB3-4787-C7AA-D10B-9E2D8FD41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868C4-2963-FF64-9776-3B4F1BB3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01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01865-9852-B0E6-B007-B263CAE3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884FF-CAC1-EBA3-8DAB-A2CDABA51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A99EE-C515-6631-7780-201005307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13331-33A0-95E0-77FB-E4C6C4E6F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EFA50-0ACC-154C-E43C-A2F00717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172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A662DB-39BC-EF15-B521-C3A542585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C2EF2-89D3-521D-87CA-C75984668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0AB89-1655-7DE5-2819-12BB9546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7530C-4BA0-DD8B-6A1E-095F78650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23B70-032D-D884-206A-627A909B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692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480646-BC82-030E-D1C9-A99044DED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402CE-D133-0D01-476D-648AE130B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D0E03-DF86-B08E-0C7E-AA14FF6AD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E845F-52E8-4B2D-A44D-D9AA2E86EB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06598-E651-3D42-9367-613BB641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043C4-5917-9017-3CDC-871D9305F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B2790-3405-4247-9C50-6859BBCC6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863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0E59-4F5B-9261-DD7E-0A7627FFB4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Digital Marketing – Paid Campaign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2C766-CB3D-528C-AFFA-62DC91AC5E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 </a:t>
            </a:r>
            <a:r>
              <a:rPr lang="en-IN" dirty="0" err="1"/>
              <a:t>Shenbaga</a:t>
            </a:r>
            <a:r>
              <a:rPr lang="en-IN" dirty="0"/>
              <a:t> Devi C</a:t>
            </a:r>
          </a:p>
        </p:txBody>
      </p:sp>
    </p:spTree>
    <p:extLst>
      <p:ext uri="{BB962C8B-B14F-4D97-AF65-F5344CB8AC3E}">
        <p14:creationId xmlns:p14="http://schemas.microsoft.com/office/powerpoint/2010/main" val="143851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20DE8-66E8-34C8-3B35-F7A5E3822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66" y="161916"/>
            <a:ext cx="10515600" cy="1325563"/>
          </a:xfrm>
        </p:spPr>
        <p:txBody>
          <a:bodyPr/>
          <a:lstStyle/>
          <a:p>
            <a:r>
              <a:rPr lang="en-IN" dirty="0"/>
              <a:t>Real Estate Client 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DDE89-93BA-B48E-189C-A9B012286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9281"/>
            <a:ext cx="12192000" cy="371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0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1A8A-B394-689F-9541-BE7CF1C2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Estate Client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2B883-E184-B7A2-F972-90D68587A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52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95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8D319-5A43-920B-DD9E-D9AA73454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Interiors and Architecture Client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21D49-F323-4B7C-4DEB-07F888285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8203"/>
            <a:ext cx="12192000" cy="360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63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4844-6163-D1F4-21DF-DE209392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Career Re -  Launch Program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85F25-2FC2-7C6E-BEB3-6875507A8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0746"/>
            <a:ext cx="12192000" cy="451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5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EE3E-95A2-5A89-8DF0-95463004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Aqua Tech Business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36EF4-C812-CA93-171B-91513F6E3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9" y="1570260"/>
            <a:ext cx="11990717" cy="486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24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BF43-E529-B8F8-4320-76532309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– Software Selling Business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58AE02-6CD9-0956-96AF-106114B20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0832"/>
            <a:ext cx="12192000" cy="398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66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2617-6219-5448-874E-18FBE247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Mortgage Loan Business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952BB-B861-B752-D2BE-FF069ED58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2743"/>
            <a:ext cx="12192000" cy="432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67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A917-8618-1DFF-5BAD-D0D02AA7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IN" dirty="0"/>
              <a:t>Trading Software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38371-9729-6CDE-AE20-2A444C35E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06"/>
            <a:ext cx="12192000" cy="593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1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DA97-BD9F-39C7-D11C-F217C3B9C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Loan Client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FE8CF-541F-CFA0-CAF9-6A1AC6239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2633"/>
            <a:ext cx="12192000" cy="335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24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6B8A-5154-F92E-2E82-C1DE5CD5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Electronic Shop: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BDA93-0E2A-2C4D-08AE-98B9894DA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91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93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42DCC-D1D1-C0B4-C49E-C5CA7F52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Interior Designer Client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5CF9A-B501-CBC5-A7B4-1FF7040C0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3024"/>
            <a:ext cx="12192000" cy="328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281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ED4D-C403-5388-2643-829714F36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Marketing service client – Google ads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48F379-DE6E-9FE5-F178-3699EBA96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4941"/>
            <a:ext cx="12192000" cy="602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13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171F0-4017-7B9B-6FC0-8AB6CA5F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Aqua Tech Business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3024CB-74F3-DD02-4181-A393375D5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1616"/>
            <a:ext cx="12192000" cy="594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68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Digital Marketing – Paid Campaign Results</vt:lpstr>
      <vt:lpstr>Real Estate Client : </vt:lpstr>
      <vt:lpstr>Real Estate Client :</vt:lpstr>
      <vt:lpstr>Interiors and Architecture Client :</vt:lpstr>
      <vt:lpstr>Career Re -  Launch Program :</vt:lpstr>
      <vt:lpstr>Aqua Tech Business :</vt:lpstr>
      <vt:lpstr>AI – Software Selling Business :</vt:lpstr>
      <vt:lpstr>Mortgage Loan Business : </vt:lpstr>
      <vt:lpstr>Trading Software :</vt:lpstr>
      <vt:lpstr>Business Loan Client : </vt:lpstr>
      <vt:lpstr>Electronic Shop: </vt:lpstr>
      <vt:lpstr>Interior Designer Client :</vt:lpstr>
      <vt:lpstr>Marketing service client – Google ads</vt:lpstr>
      <vt:lpstr>Aqua Tech Business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Shenba K</dc:creator>
  <cp:lastModifiedBy>Shenba K</cp:lastModifiedBy>
  <cp:revision>1</cp:revision>
  <dcterms:created xsi:type="dcterms:W3CDTF">2026-10-11T13:07:12Z</dcterms:created>
  <dcterms:modified xsi:type="dcterms:W3CDTF">2026-10-11T13:53:23Z</dcterms:modified>
</cp:coreProperties>
</file>