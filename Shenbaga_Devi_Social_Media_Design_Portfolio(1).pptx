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42832" y="548640"/>
            <a:ext cx="2651760" cy="5760720"/>
          </a:xfrm>
          <a:prstGeom prst="roundRect">
            <a:avLst/>
          </a:prstGeom>
          <a:solidFill>
            <a:srgbClr val="FF8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6858000" cy="1508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CREATIVE</a:t>
            </a:r>
            <a:br/>
            <a:r>
              <a:t>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2514600"/>
            <a:ext cx="1005840" cy="73152"/>
          </a:xfrm>
          <a:prstGeom prst="rect">
            <a:avLst/>
          </a:prstGeom>
          <a:solidFill>
            <a:srgbClr val="44B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788920"/>
            <a:ext cx="6766560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Instagram &amp; Facebook</a:t>
            </a:r>
            <a:br/>
            <a:r>
              <a:t>Image Creatives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400" b="1">
                <a:solidFill>
                  <a:srgbClr val="D7DEE8"/>
                </a:solidFill>
                <a:latin typeface="Aptos"/>
              </a:defRPr>
            </a:pPr>
            <a:r>
              <a:t>SHENBAGA DEVI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98848"/>
            <a:ext cx="62179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0">
                <a:solidFill>
                  <a:srgbClr val="D7DEE8"/>
                </a:solidFill>
                <a:latin typeface="Aptos"/>
              </a:defRPr>
            </a:pPr>
            <a:r>
              <a:t>Social Media Graphic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749807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800" b="1">
                <a:solidFill>
                  <a:srgbClr val="C3CAD6"/>
                </a:solidFill>
                <a:latin typeface="Aptos"/>
              </a:defRPr>
            </a:pPr>
            <a:r>
              <a:t>SELECTED CLIENT WORK  •  AQUA TECH  •  REAL ESTATE  •  SIDDHA HOSPITAL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914400"/>
            <a:ext cx="1691640" cy="12344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2395728"/>
            <a:ext cx="1325880" cy="914400"/>
          </a:xfrm>
          <a:prstGeom prst="roundRect">
            <a:avLst/>
          </a:prstGeom>
          <a:solidFill>
            <a:srgbClr val="44B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3584448"/>
            <a:ext cx="19202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4983480"/>
            <a:ext cx="1234440" cy="64008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800" b="1">
                <a:solidFill>
                  <a:srgbClr val="C3CAD6"/>
                </a:solidFill>
                <a:latin typeface="Aptos"/>
              </a:defRPr>
            </a:pPr>
            <a:r>
              <a:t>SHENBAGA DEVI  /  SOCIAL MEDIA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900" b="1">
                <a:solidFill>
                  <a:srgbClr val="C3CAD6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772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1">
                <a:solidFill>
                  <a:srgbClr val="FF6961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800" b="1">
                <a:solidFill>
                  <a:srgbClr val="121C30"/>
                </a:solidFill>
                <a:latin typeface="Aptos"/>
              </a:defRPr>
            </a:pPr>
            <a:r>
              <a:t>A portfolio built around real client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0">
                <a:solidFill>
                  <a:srgbClr val="697382"/>
                </a:solidFill>
                <a:latin typeface="Aptos"/>
              </a:defRPr>
            </a:pPr>
            <a:r>
              <a:t>A curated selection of Instagram and Facebook creative designs.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4290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423160"/>
            <a:ext cx="621792" cy="621792"/>
          </a:xfrm>
          <a:prstGeom prst="round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621792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900" b="1">
                <a:solidFill>
                  <a:srgbClr val="121C30"/>
                </a:solidFill>
                <a:latin typeface="Aptos"/>
              </a:defRPr>
            </a:pPr>
            <a:r>
              <a:t>Aqua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85032"/>
            <a:ext cx="288036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100" b="0">
                <a:solidFill>
                  <a:srgbClr val="697382"/>
                </a:solidFill>
                <a:latin typeface="Aptos"/>
              </a:defRPr>
            </a:pPr>
            <a:r>
              <a:t>Sales &amp; service business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2423160"/>
            <a:ext cx="621792" cy="621792"/>
          </a:xfrm>
          <a:prstGeom prst="roundRect">
            <a:avLst/>
          </a:prstGeom>
          <a:solidFill>
            <a:srgbClr val="44B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423160"/>
            <a:ext cx="621792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246120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900" b="1">
                <a:solidFill>
                  <a:srgbClr val="121C30"/>
                </a:solidFill>
                <a:latin typeface="Aptos"/>
              </a:defRPr>
            </a:pPr>
            <a:r>
              <a:t>Real Estate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685032"/>
            <a:ext cx="288036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100" b="0">
                <a:solidFill>
                  <a:srgbClr val="697382"/>
                </a:solidFill>
                <a:latin typeface="Aptos"/>
              </a:defRPr>
            </a:pPr>
            <a:r>
              <a:t>Property-focused client creatives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148840"/>
            <a:ext cx="34290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2423160"/>
            <a:ext cx="621792" cy="621792"/>
          </a:xfrm>
          <a:prstGeom prst="roundRect">
            <a:avLst/>
          </a:prstGeom>
          <a:solidFill>
            <a:srgbClr val="EE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423160"/>
            <a:ext cx="621792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46120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900" b="1">
                <a:solidFill>
                  <a:srgbClr val="121C30"/>
                </a:solidFill>
                <a:latin typeface="Aptos"/>
              </a:defRPr>
            </a:pPr>
            <a:r>
              <a:t>Siddha Hospital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685032"/>
            <a:ext cx="288036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100" b="0">
                <a:solidFill>
                  <a:srgbClr val="697382"/>
                </a:solidFill>
                <a:latin typeface="Aptos"/>
              </a:defRPr>
            </a:pPr>
            <a:r>
              <a:t>Healthcare client creatives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1">
                <a:solidFill>
                  <a:srgbClr val="FF6961"/>
                </a:solidFill>
                <a:latin typeface="Aptos"/>
              </a:defRPr>
            </a:pPr>
            <a:r>
              <a:t>WHAT THIS PORTFOLIO SHOWCASES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4241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121C30"/>
                </a:solidFill>
                <a:latin typeface="Aptos"/>
              </a:defRPr>
            </a:pPr>
            <a:r>
              <a:t>Visual communication  •  Social-first layouts  •  Creative work across industries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800" b="1">
                <a:solidFill>
                  <a:srgbClr val="697382"/>
                </a:solidFill>
                <a:latin typeface="Aptos"/>
              </a:defRPr>
            </a:pPr>
            <a:r>
              <a:t>SHENBAGA DEVI  /  SOCIAL MEDIA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900" b="1">
                <a:solidFill>
                  <a:srgbClr val="69738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772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1">
                <a:solidFill>
                  <a:srgbClr val="FF6961"/>
                </a:solidFill>
                <a:latin typeface="Aptos"/>
              </a:defRPr>
            </a:pPr>
            <a:r>
              <a:t>02 / CLIENT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800" b="1">
                <a:solidFill>
                  <a:srgbClr val="121C30"/>
                </a:solidFill>
                <a:latin typeface="Aptos"/>
              </a:defRPr>
            </a:pPr>
            <a:r>
              <a:t>Aqua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0">
                <a:solidFill>
                  <a:srgbClr val="697382"/>
                </a:solidFill>
                <a:latin typeface="Aptos"/>
              </a:defRPr>
            </a:pPr>
            <a:r>
              <a:t>Sales &amp; service business  |  Instagram and Facebook creative samples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37560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27" y="1984248"/>
            <a:ext cx="2874385" cy="384962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434840" y="1874519"/>
            <a:ext cx="3337560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27" y="1984248"/>
            <a:ext cx="2874385" cy="38496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874519"/>
            <a:ext cx="3337560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027" y="1984248"/>
            <a:ext cx="2874385" cy="3849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6053328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800" b="1">
                <a:solidFill>
                  <a:srgbClr val="FF6961"/>
                </a:solidFill>
                <a:latin typeface="Aptos"/>
              </a:defRPr>
            </a:pPr>
            <a:r>
              <a:t>PROJECT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025896"/>
            <a:ext cx="80467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0">
                <a:solidFill>
                  <a:srgbClr val="697382"/>
                </a:solidFill>
                <a:latin typeface="Aptos"/>
              </a:defRPr>
            </a:pPr>
            <a:r>
              <a:t>Creative examples for a sales and service business.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800" b="1">
                <a:solidFill>
                  <a:srgbClr val="697382"/>
                </a:solidFill>
                <a:latin typeface="Aptos"/>
              </a:defRPr>
            </a:pPr>
            <a:r>
              <a:t>SHENBAGA DEVI  /  SOCIAL MEDIA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900" b="1">
                <a:solidFill>
                  <a:srgbClr val="69738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772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1">
                <a:solidFill>
                  <a:srgbClr val="FF6961"/>
                </a:solidFill>
                <a:latin typeface="Aptos"/>
              </a:defRPr>
            </a:pPr>
            <a:r>
              <a:t>03 / CLIENT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800" b="1">
                <a:solidFill>
                  <a:srgbClr val="121C30"/>
                </a:solidFill>
                <a:latin typeface="Aptos"/>
              </a:defRPr>
            </a:pPr>
            <a:r>
              <a:t>Real 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0">
                <a:solidFill>
                  <a:srgbClr val="697382"/>
                </a:solidFill>
                <a:latin typeface="Aptos"/>
              </a:defRPr>
            </a:pPr>
            <a:r>
              <a:t>Selected property-sector creatives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4251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728" y="1947672"/>
            <a:ext cx="3088502" cy="38770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828800"/>
            <a:ext cx="4251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563" y="1947672"/>
            <a:ext cx="3910672" cy="38770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99048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800" b="1">
                <a:solidFill>
                  <a:srgbClr val="FF6961"/>
                </a:solidFill>
                <a:latin typeface="Aptos"/>
              </a:defRPr>
            </a:pPr>
            <a:r>
              <a:t>PROJECT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07161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0">
                <a:solidFill>
                  <a:srgbClr val="697382"/>
                </a:solidFill>
                <a:latin typeface="Aptos"/>
              </a:defRPr>
            </a:pPr>
            <a:r>
              <a:t>A selection of social media designs created for a real estate client.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800" b="1">
                <a:solidFill>
                  <a:srgbClr val="697382"/>
                </a:solidFill>
                <a:latin typeface="Aptos"/>
              </a:defRPr>
            </a:pPr>
            <a:r>
              <a:t>SHENBAGA DEVI  /  SOCIAL MEDIA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900" b="1">
                <a:solidFill>
                  <a:srgbClr val="697382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772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1">
                <a:solidFill>
                  <a:srgbClr val="FF6961"/>
                </a:solidFill>
                <a:latin typeface="Aptos"/>
              </a:defRPr>
            </a:pPr>
            <a:r>
              <a:t>03 / CLIENT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800" b="1">
                <a:solidFill>
                  <a:srgbClr val="121C30"/>
                </a:solidFill>
                <a:latin typeface="Aptos"/>
              </a:defRPr>
            </a:pPr>
            <a:r>
              <a:t>Real Estate — more creative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0">
                <a:solidFill>
                  <a:srgbClr val="697382"/>
                </a:solidFill>
                <a:latin typeface="Aptos"/>
              </a:defRPr>
            </a:pPr>
            <a:r>
              <a:t>Additional designs from the real estate client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4251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03" y="1947672"/>
            <a:ext cx="3141752" cy="38770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828800"/>
            <a:ext cx="4251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883" y="1947672"/>
            <a:ext cx="3094032" cy="38770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800" b="1">
                <a:solidFill>
                  <a:srgbClr val="697382"/>
                </a:solidFill>
                <a:latin typeface="Aptos"/>
              </a:defRPr>
            </a:pPr>
            <a:r>
              <a:t>SHENBAGA DEVI  /  SOCIAL MEDIA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900" b="1">
                <a:solidFill>
                  <a:srgbClr val="697382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772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1">
                <a:solidFill>
                  <a:srgbClr val="FF6961"/>
                </a:solidFill>
                <a:latin typeface="Aptos"/>
              </a:defRPr>
            </a:pPr>
            <a:r>
              <a:t>04 / CLIENT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800" b="1">
                <a:solidFill>
                  <a:srgbClr val="121C30"/>
                </a:solidFill>
                <a:latin typeface="Aptos"/>
              </a:defRPr>
            </a:pPr>
            <a:r>
              <a:t>Siddha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0">
                <a:solidFill>
                  <a:srgbClr val="697382"/>
                </a:solidFill>
                <a:latin typeface="Aptos"/>
              </a:defRPr>
            </a:pPr>
            <a:r>
              <a:t>Selected healthcare-sector social media creatives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4251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199" y="1947672"/>
            <a:ext cx="3057561" cy="38770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828800"/>
            <a:ext cx="4251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840" y="1947672"/>
            <a:ext cx="3126119" cy="38770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99048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800" b="1">
                <a:solidFill>
                  <a:srgbClr val="FF6961"/>
                </a:solidFill>
                <a:latin typeface="Aptos"/>
              </a:defRPr>
            </a:pPr>
            <a:r>
              <a:t>PROJECT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071616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0">
                <a:solidFill>
                  <a:srgbClr val="697382"/>
                </a:solidFill>
                <a:latin typeface="Aptos"/>
              </a:defRPr>
            </a:pPr>
            <a:r>
              <a:t>Creative samples prepared for a Siddha hospital client.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800" b="1">
                <a:solidFill>
                  <a:srgbClr val="697382"/>
                </a:solidFill>
                <a:latin typeface="Aptos"/>
              </a:defRPr>
            </a:pPr>
            <a:r>
              <a:t>SHENBAGA DEVI  /  SOCIAL MEDIA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900" b="1">
                <a:solidFill>
                  <a:srgbClr val="69738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5669280" cy="1371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LET'S WORK</a:t>
            </a:r>
            <a:br/>
            <a:r>
              <a:t>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2487168"/>
            <a:ext cx="960120" cy="7315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530352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0">
                <a:solidFill>
                  <a:srgbClr val="D7DEE8"/>
                </a:solidFill>
                <a:latin typeface="Aptos"/>
              </a:defRPr>
            </a:pPr>
            <a:r>
              <a:t>Have a project in mind? Get in touch to discuss social media design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960120"/>
            <a:ext cx="4709160" cy="4526280"/>
          </a:xfrm>
          <a:prstGeom prst="roundRect">
            <a:avLst/>
          </a:prstGeom>
          <a:solidFill>
            <a:srgbClr val="1F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417320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44B8AE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874519"/>
            <a:ext cx="38404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"/>
              </a:defRPr>
            </a:pPr>
            <a:r>
              <a:t>Shenbaga Devi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651760"/>
            <a:ext cx="38404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0">
                <a:solidFill>
                  <a:srgbClr val="D7DEE8"/>
                </a:solidFill>
                <a:latin typeface="Aptos"/>
              </a:defRPr>
            </a:pPr>
            <a:r>
              <a:t>Email: [Add professional email]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3218688"/>
            <a:ext cx="38404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0">
                <a:solidFill>
                  <a:srgbClr val="D7DEE8"/>
                </a:solidFill>
                <a:latin typeface="Aptos"/>
              </a:defRPr>
            </a:pPr>
            <a:r>
              <a:t>Phone: [Add contact number]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785615"/>
            <a:ext cx="38404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0">
                <a:solidFill>
                  <a:srgbClr val="D7DEE8"/>
                </a:solidFill>
                <a:latin typeface="Aptos"/>
              </a:defRPr>
            </a:pPr>
            <a:r>
              <a:t>Portfolio / Instagram: [Add link]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800600"/>
            <a:ext cx="38404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1">
                <a:solidFill>
                  <a:srgbClr val="FF6961"/>
                </a:solidFill>
                <a:latin typeface="Aptos"/>
              </a:defRPr>
            </a:pPr>
            <a:r>
              <a:t>Replace the bracketed fields before sharing.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C3CAD6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1323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800" b="1">
                <a:solidFill>
                  <a:srgbClr val="C3CAD6"/>
                </a:solidFill>
                <a:latin typeface="Aptos"/>
              </a:defRPr>
            </a:pPr>
            <a:r>
              <a:t>SHENBAGA DEVI  /  SOCIAL MEDIA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900" b="1">
                <a:solidFill>
                  <a:srgbClr val="C3CAD6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